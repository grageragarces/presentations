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obster Two" charset="1" panose="02000506000000020003"/>
      <p:regular r:id="rId14"/>
    </p:embeddedFont>
    <p:embeddedFont>
      <p:font typeface="Lobster Two Bold" charset="1" panose="020005060000000200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1240"/>
            <a:ext cx="3885145" cy="3491774"/>
          </a:xfrm>
          <a:custGeom>
            <a:avLst/>
            <a:gdLst/>
            <a:ahLst/>
            <a:cxnLst/>
            <a:rect r="r" b="b" t="t" l="l"/>
            <a:pathLst>
              <a:path h="3491774" w="3885145">
                <a:moveTo>
                  <a:pt x="0" y="0"/>
                </a:moveTo>
                <a:lnTo>
                  <a:pt x="3885145" y="0"/>
                </a:lnTo>
                <a:lnTo>
                  <a:pt x="3885145" y="3491774"/>
                </a:lnTo>
                <a:lnTo>
                  <a:pt x="0" y="349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82333">
            <a:off x="14764388" y="-334598"/>
            <a:ext cx="3535299" cy="2518901"/>
          </a:xfrm>
          <a:custGeom>
            <a:avLst/>
            <a:gdLst/>
            <a:ahLst/>
            <a:cxnLst/>
            <a:rect r="r" b="b" t="t" l="l"/>
            <a:pathLst>
              <a:path h="2518901" w="3535299">
                <a:moveTo>
                  <a:pt x="0" y="0"/>
                </a:moveTo>
                <a:lnTo>
                  <a:pt x="3535299" y="0"/>
                </a:lnTo>
                <a:lnTo>
                  <a:pt x="3535299" y="2518900"/>
                </a:lnTo>
                <a:lnTo>
                  <a:pt x="0" y="251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14406"/>
            <a:ext cx="3740450" cy="3680603"/>
          </a:xfrm>
          <a:custGeom>
            <a:avLst/>
            <a:gdLst/>
            <a:ahLst/>
            <a:cxnLst/>
            <a:rect r="r" b="b" t="t" l="l"/>
            <a:pathLst>
              <a:path h="3680603" w="3740450">
                <a:moveTo>
                  <a:pt x="0" y="0"/>
                </a:moveTo>
                <a:lnTo>
                  <a:pt x="3740450" y="0"/>
                </a:lnTo>
                <a:lnTo>
                  <a:pt x="3740450" y="3680603"/>
                </a:lnTo>
                <a:lnTo>
                  <a:pt x="0" y="3680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35290" y="347276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5994" y="1508708"/>
            <a:ext cx="14651198" cy="188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7"/>
              </a:lnSpc>
            </a:pPr>
            <a:r>
              <a:rPr lang="en-US" sz="11012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Merry Nobel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5305" y="3798921"/>
            <a:ext cx="14651198" cy="1823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98"/>
              </a:lnSpc>
            </a:pPr>
            <a:r>
              <a:rPr lang="en-US" sz="10712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Physics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4336" y="2789907"/>
            <a:ext cx="9396223" cy="6988441"/>
          </a:xfrm>
          <a:custGeom>
            <a:avLst/>
            <a:gdLst/>
            <a:ahLst/>
            <a:cxnLst/>
            <a:rect r="r" b="b" t="t" l="l"/>
            <a:pathLst>
              <a:path h="6988441" w="9396223">
                <a:moveTo>
                  <a:pt x="0" y="0"/>
                </a:moveTo>
                <a:lnTo>
                  <a:pt x="9396223" y="0"/>
                </a:lnTo>
                <a:lnTo>
                  <a:pt x="9396223" y="6988441"/>
                </a:lnTo>
                <a:lnTo>
                  <a:pt x="0" y="6988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645" y="20833"/>
            <a:ext cx="1756671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The 2025 physics prize is about </a:t>
            </a:r>
            <a:r>
              <a:rPr lang="en-US" b="true" sz="6999">
                <a:solidFill>
                  <a:srgbClr val="001DBF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quantum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1DBF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mechanical effects in electrical circuits</a:t>
            </a:r>
            <a:r>
              <a:rPr lang="en-US" sz="6999">
                <a:solidFill>
                  <a:srgbClr val="001DBF"/>
                </a:solidFill>
                <a:latin typeface="Lobster Two"/>
                <a:ea typeface="Lobster Two"/>
                <a:cs typeface="Lobster Two"/>
                <a:sym typeface="Lobster Two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843" y="3444098"/>
            <a:ext cx="8740753" cy="4929293"/>
          </a:xfrm>
          <a:custGeom>
            <a:avLst/>
            <a:gdLst/>
            <a:ahLst/>
            <a:cxnLst/>
            <a:rect r="r" b="b" t="t" l="l"/>
            <a:pathLst>
              <a:path h="4929293" w="8740753">
                <a:moveTo>
                  <a:pt x="0" y="0"/>
                </a:moveTo>
                <a:lnTo>
                  <a:pt x="8740752" y="0"/>
                </a:lnTo>
                <a:lnTo>
                  <a:pt x="8740752" y="4929294"/>
                </a:lnTo>
                <a:lnTo>
                  <a:pt x="0" y="4929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504" r="0" b="-2402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9527" y="2645883"/>
            <a:ext cx="6495528" cy="7300879"/>
          </a:xfrm>
          <a:custGeom>
            <a:avLst/>
            <a:gdLst/>
            <a:ahLst/>
            <a:cxnLst/>
            <a:rect r="r" b="b" t="t" l="l"/>
            <a:pathLst>
              <a:path h="7300879" w="6495528">
                <a:moveTo>
                  <a:pt x="0" y="0"/>
                </a:moveTo>
                <a:lnTo>
                  <a:pt x="6495528" y="0"/>
                </a:lnTo>
                <a:lnTo>
                  <a:pt x="6495528" y="7300879"/>
                </a:lnTo>
                <a:lnTo>
                  <a:pt x="0" y="73008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1823" r="-1057" b="-20555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60645" y="20833"/>
            <a:ext cx="1756671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The 2025 physics prize is about </a:t>
            </a:r>
            <a:r>
              <a:rPr lang="en-US" b="true" sz="6999">
                <a:solidFill>
                  <a:srgbClr val="FB163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quantum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B163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mechanical effects</a:t>
            </a:r>
            <a:r>
              <a:rPr lang="en-US" b="true" sz="6999">
                <a:solidFill>
                  <a:srgbClr val="00000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 </a:t>
            </a: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in electrical circuits.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843" y="3444098"/>
            <a:ext cx="8740753" cy="4929293"/>
          </a:xfrm>
          <a:custGeom>
            <a:avLst/>
            <a:gdLst/>
            <a:ahLst/>
            <a:cxnLst/>
            <a:rect r="r" b="b" t="t" l="l"/>
            <a:pathLst>
              <a:path h="4929293" w="8740753">
                <a:moveTo>
                  <a:pt x="0" y="0"/>
                </a:moveTo>
                <a:lnTo>
                  <a:pt x="8740752" y="0"/>
                </a:lnTo>
                <a:lnTo>
                  <a:pt x="8740752" y="4929294"/>
                </a:lnTo>
                <a:lnTo>
                  <a:pt x="0" y="4929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7504" r="0" b="-2402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59527" y="2645883"/>
            <a:ext cx="6495528" cy="7300879"/>
          </a:xfrm>
          <a:custGeom>
            <a:avLst/>
            <a:gdLst/>
            <a:ahLst/>
            <a:cxnLst/>
            <a:rect r="r" b="b" t="t" l="l"/>
            <a:pathLst>
              <a:path h="7300879" w="6495528">
                <a:moveTo>
                  <a:pt x="0" y="0"/>
                </a:moveTo>
                <a:lnTo>
                  <a:pt x="6495528" y="0"/>
                </a:lnTo>
                <a:lnTo>
                  <a:pt x="6495528" y="7300879"/>
                </a:lnTo>
                <a:lnTo>
                  <a:pt x="0" y="7300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1823" r="-1057" b="-2055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068456" y="2314567"/>
            <a:ext cx="7190844" cy="5049679"/>
            <a:chOff x="0" y="0"/>
            <a:chExt cx="1893885" cy="132995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3885" cy="1329957"/>
            </a:xfrm>
            <a:custGeom>
              <a:avLst/>
              <a:gdLst/>
              <a:ahLst/>
              <a:cxnLst/>
              <a:rect r="r" b="b" t="t" l="l"/>
              <a:pathLst>
                <a:path h="1329957" w="1893885">
                  <a:moveTo>
                    <a:pt x="54908" y="0"/>
                  </a:moveTo>
                  <a:lnTo>
                    <a:pt x="1838976" y="0"/>
                  </a:lnTo>
                  <a:cubicBezTo>
                    <a:pt x="1869301" y="0"/>
                    <a:pt x="1893885" y="24583"/>
                    <a:pt x="1893885" y="54908"/>
                  </a:cubicBezTo>
                  <a:lnTo>
                    <a:pt x="1893885" y="1275048"/>
                  </a:lnTo>
                  <a:cubicBezTo>
                    <a:pt x="1893885" y="1305373"/>
                    <a:pt x="1869301" y="1329957"/>
                    <a:pt x="1838976" y="1329957"/>
                  </a:cubicBezTo>
                  <a:lnTo>
                    <a:pt x="54908" y="1329957"/>
                  </a:lnTo>
                  <a:cubicBezTo>
                    <a:pt x="24583" y="1329957"/>
                    <a:pt x="0" y="1305373"/>
                    <a:pt x="0" y="1275048"/>
                  </a:cubicBezTo>
                  <a:lnTo>
                    <a:pt x="0" y="54908"/>
                  </a:lnTo>
                  <a:cubicBezTo>
                    <a:pt x="0" y="24583"/>
                    <a:pt x="24583" y="0"/>
                    <a:pt x="5490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14300" cap="rnd">
              <a:solidFill>
                <a:srgbClr val="FB163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893885" cy="1377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60645" y="20833"/>
            <a:ext cx="1756671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The 2025 physics prize is about </a:t>
            </a:r>
            <a:r>
              <a:rPr lang="en-US" b="true" sz="6999">
                <a:solidFill>
                  <a:srgbClr val="FB163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quantum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FB163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mechanical effects</a:t>
            </a:r>
            <a:r>
              <a:rPr lang="en-US" b="true" sz="6999">
                <a:solidFill>
                  <a:srgbClr val="00000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 </a:t>
            </a: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in electrical circuits.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67892" y="2757867"/>
            <a:ext cx="14712641" cy="7227585"/>
          </a:xfrm>
          <a:custGeom>
            <a:avLst/>
            <a:gdLst/>
            <a:ahLst/>
            <a:cxnLst/>
            <a:rect r="r" b="b" t="t" l="l"/>
            <a:pathLst>
              <a:path h="7227585" w="14712641">
                <a:moveTo>
                  <a:pt x="0" y="0"/>
                </a:moveTo>
                <a:lnTo>
                  <a:pt x="14712642" y="0"/>
                </a:lnTo>
                <a:lnTo>
                  <a:pt x="14712642" y="7227585"/>
                </a:lnTo>
                <a:lnTo>
                  <a:pt x="0" y="7227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645" y="20833"/>
            <a:ext cx="1756671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The 2025 physics prize is about </a:t>
            </a: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quantum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mechanical effects in</a:t>
            </a:r>
            <a:r>
              <a:rPr lang="en-US" b="true" sz="6999">
                <a:solidFill>
                  <a:srgbClr val="001DBF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 </a:t>
            </a:r>
            <a:r>
              <a:rPr lang="en-US" b="true" sz="6999">
                <a:solidFill>
                  <a:srgbClr val="FB1630"/>
                </a:solidFill>
                <a:latin typeface="Lobster Two Bold"/>
                <a:ea typeface="Lobster Two Bold"/>
                <a:cs typeface="Lobster Two Bold"/>
                <a:sym typeface="Lobster Two Bold"/>
              </a:rPr>
              <a:t>electrical circuits</a:t>
            </a:r>
            <a:r>
              <a:rPr lang="en-US" sz="6999">
                <a:solidFill>
                  <a:srgbClr val="FB1630"/>
                </a:solidFill>
                <a:latin typeface="Lobster Two"/>
                <a:ea typeface="Lobster Two"/>
                <a:cs typeface="Lobster Two"/>
                <a:sym typeface="Lobster Two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89443" y="2129295"/>
            <a:ext cx="12894472" cy="6850188"/>
          </a:xfrm>
          <a:custGeom>
            <a:avLst/>
            <a:gdLst/>
            <a:ahLst/>
            <a:cxnLst/>
            <a:rect r="r" b="b" t="t" l="l"/>
            <a:pathLst>
              <a:path h="6850188" w="12894472">
                <a:moveTo>
                  <a:pt x="0" y="0"/>
                </a:moveTo>
                <a:lnTo>
                  <a:pt x="12894473" y="0"/>
                </a:lnTo>
                <a:lnTo>
                  <a:pt x="12894473" y="6850188"/>
                </a:lnTo>
                <a:lnTo>
                  <a:pt x="0" y="68501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645" y="524760"/>
            <a:ext cx="1756671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The experiment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55492" y="-1879199"/>
            <a:ext cx="7541352" cy="8759350"/>
          </a:xfrm>
          <a:custGeom>
            <a:avLst/>
            <a:gdLst/>
            <a:ahLst/>
            <a:cxnLst/>
            <a:rect r="r" b="b" t="t" l="l"/>
            <a:pathLst>
              <a:path h="8759350" w="7541352">
                <a:moveTo>
                  <a:pt x="0" y="0"/>
                </a:moveTo>
                <a:lnTo>
                  <a:pt x="7541352" y="0"/>
                </a:lnTo>
                <a:lnTo>
                  <a:pt x="7541352" y="8759350"/>
                </a:lnTo>
                <a:lnTo>
                  <a:pt x="0" y="8759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40" b="-104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2332" y="3340816"/>
            <a:ext cx="7325491" cy="6107628"/>
          </a:xfrm>
          <a:custGeom>
            <a:avLst/>
            <a:gdLst/>
            <a:ahLst/>
            <a:cxnLst/>
            <a:rect r="r" b="b" t="t" l="l"/>
            <a:pathLst>
              <a:path h="6107628" w="7325491">
                <a:moveTo>
                  <a:pt x="0" y="0"/>
                </a:moveTo>
                <a:lnTo>
                  <a:pt x="7325491" y="0"/>
                </a:lnTo>
                <a:lnTo>
                  <a:pt x="7325491" y="6107628"/>
                </a:lnTo>
                <a:lnTo>
                  <a:pt x="0" y="6107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78281" y="4030429"/>
            <a:ext cx="5425191" cy="4936924"/>
          </a:xfrm>
          <a:custGeom>
            <a:avLst/>
            <a:gdLst/>
            <a:ahLst/>
            <a:cxnLst/>
            <a:rect r="r" b="b" t="t" l="l"/>
            <a:pathLst>
              <a:path h="4936924" w="5425191">
                <a:moveTo>
                  <a:pt x="0" y="0"/>
                </a:moveTo>
                <a:lnTo>
                  <a:pt x="5425191" y="0"/>
                </a:lnTo>
                <a:lnTo>
                  <a:pt x="5425191" y="4936924"/>
                </a:lnTo>
                <a:lnTo>
                  <a:pt x="0" y="4936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78281" y="159847"/>
            <a:ext cx="12679560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Superconducting quantum compute revolution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651240"/>
            <a:ext cx="3885145" cy="3491774"/>
          </a:xfrm>
          <a:custGeom>
            <a:avLst/>
            <a:gdLst/>
            <a:ahLst/>
            <a:cxnLst/>
            <a:rect r="r" b="b" t="t" l="l"/>
            <a:pathLst>
              <a:path h="3491774" w="3885145">
                <a:moveTo>
                  <a:pt x="0" y="0"/>
                </a:moveTo>
                <a:lnTo>
                  <a:pt x="3885145" y="0"/>
                </a:lnTo>
                <a:lnTo>
                  <a:pt x="3885145" y="3491774"/>
                </a:lnTo>
                <a:lnTo>
                  <a:pt x="0" y="349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082333">
            <a:off x="14764388" y="-334598"/>
            <a:ext cx="3535299" cy="2518901"/>
          </a:xfrm>
          <a:custGeom>
            <a:avLst/>
            <a:gdLst/>
            <a:ahLst/>
            <a:cxnLst/>
            <a:rect r="r" b="b" t="t" l="l"/>
            <a:pathLst>
              <a:path h="2518901" w="3535299">
                <a:moveTo>
                  <a:pt x="0" y="0"/>
                </a:moveTo>
                <a:lnTo>
                  <a:pt x="3535299" y="0"/>
                </a:lnTo>
                <a:lnTo>
                  <a:pt x="3535299" y="2518900"/>
                </a:lnTo>
                <a:lnTo>
                  <a:pt x="0" y="25189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714406"/>
            <a:ext cx="3740450" cy="3680603"/>
          </a:xfrm>
          <a:custGeom>
            <a:avLst/>
            <a:gdLst/>
            <a:ahLst/>
            <a:cxnLst/>
            <a:rect r="r" b="b" t="t" l="l"/>
            <a:pathLst>
              <a:path h="3680603" w="3740450">
                <a:moveTo>
                  <a:pt x="0" y="0"/>
                </a:moveTo>
                <a:lnTo>
                  <a:pt x="3740450" y="0"/>
                </a:lnTo>
                <a:lnTo>
                  <a:pt x="3740450" y="3680603"/>
                </a:lnTo>
                <a:lnTo>
                  <a:pt x="0" y="3680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35290" y="3472761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25994" y="4323750"/>
            <a:ext cx="14651198" cy="1882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7"/>
              </a:lnSpc>
            </a:pPr>
            <a:r>
              <a:rPr lang="en-US" sz="11012">
                <a:solidFill>
                  <a:srgbClr val="000000"/>
                </a:solidFill>
                <a:latin typeface="Lobster Two"/>
                <a:ea typeface="Lobster Two"/>
                <a:cs typeface="Lobster Two"/>
                <a:sym typeface="Lobster Two"/>
              </a:rPr>
              <a:t>Thanks!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DAG6o2bXGa4</dc:identifier>
  <dcterms:modified xsi:type="dcterms:W3CDTF">2011-08-01T06:04:30Z</dcterms:modified>
  <cp:revision>1</cp:revision>
  <dc:title>Merry Nobel</dc:title>
</cp:coreProperties>
</file>